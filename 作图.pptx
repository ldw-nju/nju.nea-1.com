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2" userDrawn="1">
          <p15:clr>
            <a:srgbClr val="A4A3A4"/>
          </p15:clr>
        </p15:guide>
        <p15:guide id="2" pos="384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69A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2"/>
        <p:guide pos="384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6" name="组合 5"/>
          <p:cNvGrpSpPr/>
          <p:nvPr/>
        </p:nvGrpSpPr>
        <p:grpSpPr>
          <a:xfrm>
            <a:off x="0" y="0"/>
            <a:ext cx="12192000" cy="6858000"/>
            <a:chOff x="0" y="0"/>
            <a:chExt cx="19200" cy="10800"/>
          </a:xfrm>
        </p:grpSpPr>
        <p:pic>
          <p:nvPicPr>
            <p:cNvPr id="4" name="图片 3" descr="北大楼背景"/>
            <p:cNvPicPr>
              <a:picLocks noChangeAspect="1"/>
            </p:cNvPicPr>
            <p:nvPr/>
          </p:nvPicPr>
          <p:blipFill>
            <a:blip r:embed="rId1"/>
            <a:srcRect t="6633" b="6641"/>
            <a:stretch>
              <a:fillRect/>
            </a:stretch>
          </p:blipFill>
          <p:spPr>
            <a:xfrm>
              <a:off x="0" y="0"/>
              <a:ext cx="19200" cy="10800"/>
            </a:xfrm>
            <a:prstGeom prst="rect">
              <a:avLst/>
            </a:prstGeom>
          </p:spPr>
        </p:pic>
        <p:sp>
          <p:nvSpPr>
            <p:cNvPr id="5" name="矩形 4"/>
            <p:cNvSpPr/>
            <p:nvPr/>
          </p:nvSpPr>
          <p:spPr>
            <a:xfrm>
              <a:off x="0" y="0"/>
              <a:ext cx="19190" cy="10799"/>
            </a:xfrm>
            <a:prstGeom prst="rect">
              <a:avLst/>
            </a:prstGeom>
            <a:gradFill>
              <a:gsLst>
                <a:gs pos="69000">
                  <a:srgbClr val="DCCCE8">
                    <a:alpha val="50000"/>
                  </a:srgbClr>
                </a:gs>
                <a:gs pos="38000">
                  <a:srgbClr val="B898D0">
                    <a:alpha val="65000"/>
                  </a:srgbClr>
                </a:gs>
                <a:gs pos="0">
                  <a:srgbClr val="7030A0"/>
                </a:gs>
                <a:gs pos="100000">
                  <a:schemeClr val="bg1">
                    <a:alpha val="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0645" y="20828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Arial</vt:lpstr>
      <vt:lpstr>宋体</vt:lpstr>
      <vt:lpstr>Wingdings</vt:lpstr>
      <vt:lpstr>Arial Unicode MS</vt:lpstr>
      <vt:lpstr>Calibri</vt:lpstr>
      <vt:lpstr>微软雅黑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刘棣文</cp:lastModifiedBy>
  <cp:revision>5</cp:revision>
  <dcterms:created xsi:type="dcterms:W3CDTF">2023-08-09T12:44:00Z</dcterms:created>
  <dcterms:modified xsi:type="dcterms:W3CDTF">2026-08-29T16:36:39Z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A98F1653713D4E069BB4C9C8C18C558E_12</vt:lpwstr>
  </property>
</Properties>
</file>